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8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B5060-2B20-461E-AB51-BDC035CC5269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43BB1-9099-47D9-BE6C-52A2F8B88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213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Goal is to bring relevant users who want to learn SEO.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Content focuses on explaining user intent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Search ads capture users actively searching for SEO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Audience selected based on interest in learning SEO.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Keywords are informational and intent-focused.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Curiosity-based headlines improve CTR.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Helps avoid irrelevant traffic and save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Focus is on traffic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Results are estimated based on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Handled using research and logical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takeaway: intent &gt; keywords.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project simulates real campaign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Google Ads Campaign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Topic:</a:t>
            </a:r>
            <a:r>
              <a:rPr dirty="0"/>
              <a:t>SEO for User Intent</a:t>
            </a:r>
          </a:p>
          <a:p>
            <a:r>
              <a:rPr lang="en-IN" dirty="0"/>
              <a:t>Imaginary Website Name: </a:t>
            </a:r>
            <a:r>
              <a:rPr dirty="0"/>
              <a:t>My Erudition Insights</a:t>
            </a:r>
            <a:endParaRPr lang="en-IN" dirty="0"/>
          </a:p>
          <a:p>
            <a:r>
              <a:rPr lang="en-IN" dirty="0"/>
              <a:t>URL:  https://myeruditioninsights.blogspot.com/2026/04/seo-for-user-intent.html</a:t>
            </a:r>
          </a:p>
          <a:p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Campaign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 website traffic</a:t>
            </a:r>
          </a:p>
          <a:p>
            <a:r>
              <a:t>Improve user engagement</a:t>
            </a:r>
          </a:p>
          <a:p>
            <a:r>
              <a:t>Target SEO learners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Landing Page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Topic: SEO for User Intent</a:t>
            </a:r>
          </a:p>
          <a:p>
            <a:r>
              <a:t>Type: Informational content</a:t>
            </a:r>
          </a:p>
          <a:p>
            <a:r>
              <a:t>Audience: Beginners &amp; students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Campaign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Campaign Type: Search Ads</a:t>
            </a:r>
          </a:p>
          <a:p>
            <a:r>
              <a:t>Focus: High intent users</a:t>
            </a:r>
          </a:p>
          <a:p>
            <a:r>
              <a:t>Location: India</a:t>
            </a:r>
          </a:p>
          <a:p>
            <a:r>
              <a:t>Device: Mobile-first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(18–30)</a:t>
            </a:r>
          </a:p>
          <a:p>
            <a:r>
              <a:t>Bloggers</a:t>
            </a:r>
          </a:p>
          <a:p>
            <a:r>
              <a:t>Digital marketing beginners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Keyword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user intent in SEO</a:t>
            </a:r>
          </a:p>
          <a:p>
            <a:r>
              <a:t>search intent explained</a:t>
            </a:r>
          </a:p>
          <a:p>
            <a:r>
              <a:t>SEO for beginners</a:t>
            </a:r>
          </a:p>
          <a:p>
            <a:r>
              <a:t>intent based SEO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 Copy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 SEO the Smart Way</a:t>
            </a:r>
          </a:p>
          <a:p>
            <a:r>
              <a:t>Why Your SEO Isn’t Working</a:t>
            </a:r>
          </a:p>
          <a:p>
            <a:r>
              <a:t>Master Search Intent Today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Negative 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</a:t>
            </a:r>
          </a:p>
          <a:p>
            <a:r>
              <a:t>agency</a:t>
            </a:r>
          </a:p>
          <a:p>
            <a:r>
              <a:t>services</a:t>
            </a:r>
          </a:p>
          <a:p>
            <a:r>
              <a:t>hire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&amp; Bidding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Strategy: Maximize Clicks</a:t>
            </a:r>
          </a:p>
          <a:p>
            <a:r>
              <a:t>Daily Budget: ₹300–₹500</a:t>
            </a:r>
          </a:p>
          <a:p>
            <a:r>
              <a:t>Expected CPC: ₹5–₹12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CTR: 4–7%</a:t>
            </a:r>
          </a:p>
          <a:p>
            <a:r>
              <a:t>Clicks/day: 50–120</a:t>
            </a:r>
          </a:p>
          <a:p>
            <a:r>
              <a:t>Better engagement with optimized content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C8086-419E-8BEF-DC3D-73B23B5DF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 Copy &amp; Estimation Screenshots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F656598-B0BE-2181-4DE1-EEDE34A13E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7298" y="1492150"/>
            <a:ext cx="2140060" cy="38736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930B7F-F48D-1B36-CA16-7B5F7AAF6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861" y="1492150"/>
            <a:ext cx="2686188" cy="25782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66166A-AA15-D910-1228-154A47F8E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113" y="1492150"/>
            <a:ext cx="2711589" cy="15113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32E6E4-23ED-F945-D70C-1043CA894D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5126" y="4320645"/>
            <a:ext cx="5411575" cy="20982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4855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real performance data</a:t>
            </a:r>
          </a:p>
          <a:p>
            <a:r>
              <a:t>High competition</a:t>
            </a:r>
          </a:p>
          <a:p>
            <a:r>
              <a:t>Audience assumptions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intent is crucial</a:t>
            </a:r>
          </a:p>
          <a:p>
            <a:r>
              <a:t>Keywords alone are not enough</a:t>
            </a:r>
          </a:p>
          <a:p>
            <a:r>
              <a:t>Strategy improves performance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Gained practical experience</a:t>
            </a:r>
          </a:p>
          <a:p>
            <a:r>
              <a:t>Understood campaign structure</a:t>
            </a:r>
          </a:p>
          <a:p>
            <a:r>
              <a:t>Improved digital marketing skills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299</Words>
  <Application>Microsoft Office PowerPoint</Application>
  <PresentationFormat>On-screen Show (4:3)</PresentationFormat>
  <Paragraphs>68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Google Ads Campaign</vt:lpstr>
      <vt:lpstr>Campaign Objective</vt:lpstr>
      <vt:lpstr>Landing Page Overview</vt:lpstr>
      <vt:lpstr>Campaign Strategy</vt:lpstr>
      <vt:lpstr>Target Audience</vt:lpstr>
      <vt:lpstr>Keyword Strategy</vt:lpstr>
      <vt:lpstr>Ad Copy Strategy</vt:lpstr>
      <vt:lpstr>Negative Keywords</vt:lpstr>
      <vt:lpstr>Budget &amp; Bidding</vt:lpstr>
      <vt:lpstr>Expected Results</vt:lpstr>
      <vt:lpstr>Ad Copy &amp; Estimation Screenshots</vt:lpstr>
      <vt:lpstr>Challenges Faced</vt:lpstr>
      <vt:lpstr>Key Learnings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Pavani</dc:creator>
  <cp:keywords/>
  <dc:description>generated using python-pptx</dc:description>
  <cp:lastModifiedBy>palla krishnamurth</cp:lastModifiedBy>
  <cp:revision>3</cp:revision>
  <dcterms:created xsi:type="dcterms:W3CDTF">2013-01-27T09:14:16Z</dcterms:created>
  <dcterms:modified xsi:type="dcterms:W3CDTF">2026-04-19T15:01:19Z</dcterms:modified>
  <cp:category/>
</cp:coreProperties>
</file>